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4" r:id="rId2"/>
    <p:sldId id="410" r:id="rId3"/>
    <p:sldId id="409" r:id="rId4"/>
    <p:sldId id="412" r:id="rId5"/>
    <p:sldId id="413" r:id="rId6"/>
    <p:sldId id="411" r:id="rId7"/>
    <p:sldId id="414" r:id="rId8"/>
    <p:sldId id="27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1D89068-D9AA-4235-A84B-116430B9676C}">
          <p14:sldIdLst>
            <p14:sldId id="264"/>
            <p14:sldId id="410"/>
            <p14:sldId id="409"/>
            <p14:sldId id="412"/>
            <p14:sldId id="413"/>
            <p14:sldId id="411"/>
            <p14:sldId id="414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Xinyan" initials="authorId_256441336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CFDA"/>
    <a:srgbClr val="F495BF"/>
    <a:srgbClr val="25797C"/>
    <a:srgbClr val="397A7C"/>
    <a:srgbClr val="DCECEB"/>
    <a:srgbClr val="FFFFFF"/>
    <a:srgbClr val="D9D9D9"/>
    <a:srgbClr val="F2F2F1"/>
    <a:srgbClr val="F1F5F7"/>
    <a:srgbClr val="C9E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72339" autoAdjust="0"/>
  </p:normalViewPr>
  <p:slideViewPr>
    <p:cSldViewPr snapToGrid="0">
      <p:cViewPr varScale="1">
        <p:scale>
          <a:sx n="89" d="100"/>
          <a:sy n="89" d="100"/>
        </p:scale>
        <p:origin x="1690" y="8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913BE-DF7E-49C3-B207-6412D831730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9CCB2-AB0F-4267-8C23-514AB25384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FA8D2-EC2D-B300-10CB-DCADC7A1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72CEA-D17F-C954-F265-FC8D3A5D1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83B6F6-DAEA-2D6F-9402-0301E18A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79FFF-8594-1EB4-E8D4-208639DED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57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3E21-E19B-40BD-750D-57C73C1B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059BF6-005E-DAB2-F707-7A0A2EF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0A543D-21CF-BE02-189C-BF597F492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9FD62D-6AFD-EB83-309A-1381844EB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71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33FE-CB05-6B3A-C976-662C5071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CFE338-E682-4068-20B5-7A701E4E6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63E8F7-B9D9-6A35-6B13-4BF8DA911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BB79A-5A70-E3BE-BF29-3B7C579FF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99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D60B-14E0-5A5B-1CD5-3F7F770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D5B556-5313-D513-A295-89CEEFE04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D6BE10-706C-2251-9292-957C24C33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4EAD2-E70C-820B-F107-C02691B83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76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1B21-E2A4-C50E-2C64-03131B47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FD3C17-1DDD-F63F-B8F0-0022671AA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4738E4-EB04-2ACA-EB89-18774001C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259041-F4ED-3424-C7AB-6BF46A15C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8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9739-613B-DD24-D11A-B0ACB291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20DD4-33B8-FB1F-7AE2-CA3A81D21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E7B700-7EA8-462B-44C5-96903EC01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26AB12-ABDF-68FD-77C5-06D1C7F4C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58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 </a:t>
            </a:r>
            <a:r>
              <a:rPr lang="zh-CN" altLang="en-US" dirty="0"/>
              <a:t>落脚点</a:t>
            </a:r>
            <a:br>
              <a:rPr lang="zh-CN" altLang="en-US" dirty="0"/>
            </a:br>
            <a:r>
              <a:rPr lang="zh-CN" altLang="en-US" dirty="0"/>
              <a:t>化学品对基因表达的预测：</a:t>
            </a:r>
            <a:br>
              <a:rPr lang="zh-CN" altLang="en-US" dirty="0"/>
            </a:br>
            <a:r>
              <a:rPr lang="en-US" altLang="zh-CN" dirty="0"/>
              <a:t>1 </a:t>
            </a:r>
            <a:r>
              <a:rPr lang="zh-CN" altLang="en-US" dirty="0"/>
              <a:t>药物设计对疾病靶点的预测（能引起共鸣。但做的人太多）</a:t>
            </a:r>
            <a:br>
              <a:rPr lang="en-US" altLang="zh-CN" dirty="0"/>
            </a:br>
            <a:r>
              <a:rPr lang="en-US" altLang="zh-CN" dirty="0"/>
              <a:t>2 </a:t>
            </a:r>
            <a:r>
              <a:rPr lang="zh-CN" altLang="en-US" dirty="0"/>
              <a:t>环境化学品的健康风险评价</a:t>
            </a:r>
            <a:r>
              <a:rPr lang="en-US" altLang="zh-CN" dirty="0"/>
              <a:t> </a:t>
            </a:r>
            <a:r>
              <a:rPr lang="zh-CN" altLang="en-US" dirty="0"/>
              <a:t>（选一类疾病，从环境管理环境健康的角度）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二</a:t>
            </a:r>
            <a:r>
              <a:rPr lang="en-US" altLang="zh-CN" dirty="0"/>
              <a:t> </a:t>
            </a:r>
            <a:r>
              <a:rPr lang="zh-CN" altLang="en-US" dirty="0"/>
              <a:t>数据要怎么使用</a:t>
            </a:r>
            <a:br>
              <a:rPr lang="zh-CN" altLang="en-US" dirty="0"/>
            </a:br>
            <a:r>
              <a:rPr lang="en-US" altLang="zh-CN" dirty="0"/>
              <a:t>L1000</a:t>
            </a:r>
            <a:r>
              <a:rPr lang="zh-CN" altLang="en-US" dirty="0"/>
              <a:t>里面有几十种细胞的结果，但差异挺大（有些细胞数据多，有些少）；是要全部分析，还是挑跟选中的疾病有关的细胞</a:t>
            </a:r>
            <a:br>
              <a:rPr lang="zh-CN" altLang="en-US" dirty="0"/>
            </a:br>
            <a:r>
              <a:rPr lang="zh-CN" altLang="en-US" dirty="0"/>
              <a:t>如果全部分析，意义又在哪里</a:t>
            </a:r>
            <a:br>
              <a:rPr lang="zh-CN" altLang="en-US" dirty="0"/>
            </a:br>
            <a:r>
              <a:rPr lang="zh-CN" altLang="en-US" dirty="0"/>
              <a:t>预训练结果发现，不同细胞对于同一种化学品的基因表达异质性较高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6" y="337014"/>
            <a:ext cx="7523843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17" name="benzene_268754"/>
          <p:cNvSpPr/>
          <p:nvPr userDrawn="1"/>
        </p:nvSpPr>
        <p:spPr>
          <a:xfrm>
            <a:off x="571520" y="373482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图片 18"/>
          <p:cNvPicPr preferRelativeResize="0"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599" y="329435"/>
            <a:ext cx="2553686" cy="610096"/>
          </a:xfrm>
          <a:prstGeom prst="rect">
            <a:avLst/>
          </a:prstGeom>
          <a:noFill/>
        </p:spPr>
      </p:pic>
      <p:sp>
        <p:nvSpPr>
          <p:cNvPr id="9" name="平行四边形 8"/>
          <p:cNvSpPr/>
          <p:nvPr userDrawn="1"/>
        </p:nvSpPr>
        <p:spPr>
          <a:xfrm>
            <a:off x="1302655" y="1019637"/>
            <a:ext cx="10561629" cy="983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1"/>
          <p:cNvSpPr txBox="1"/>
          <p:nvPr userDrawn="1"/>
        </p:nvSpPr>
        <p:spPr>
          <a:xfrm>
            <a:off x="11522491" y="6391275"/>
            <a:ext cx="504409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30DD81B-ADF2-4E81-89E9-715225DDC310}" type="slidenum">
              <a:rPr lang="zh-CN" altLang="en-US" sz="2000" smtClean="0">
                <a:cs typeface="+mn-ea"/>
                <a:sym typeface="+mn-lt"/>
              </a:rPr>
              <a:t>‹#›</a:t>
            </a:fld>
            <a:endParaRPr lang="zh-CN" altLang="en-US" sz="2000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98954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2770847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356102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78346" y="2410883"/>
            <a:ext cx="10035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4000" b="1" dirty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+mn-lt"/>
              </a:rPr>
              <a:t>基于深度学习的化学品</a:t>
            </a:r>
            <a:r>
              <a:rPr lang="en-US" altLang="zh-CN" sz="4000" b="1" dirty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4000" b="1" dirty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+mn-lt"/>
              </a:rPr>
              <a:t>基因相互作用预测（环境化学物质的组织特异性毒性评估）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54414" y="5422720"/>
            <a:ext cx="7402285" cy="940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>
                <a:latin typeface="Times New Roman" panose="02020603050405020304"/>
                <a:ea typeface="微软雅黑" panose="020B0503020204020204" pitchFamily="34" charset="-122"/>
                <a:cs typeface="+mn-ea"/>
                <a:sym typeface="+mn-lt"/>
              </a:rPr>
              <a:t>日期</a:t>
            </a:r>
            <a:r>
              <a:rPr lang="zh-CN" altLang="en-US" sz="2400" dirty="0">
                <a:latin typeface="Times New Roman" panose="02020603050405020304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en-US" altLang="zh-CN" sz="2400" dirty="0">
                <a:latin typeface="Times New Roman" panose="02020603050405020304"/>
                <a:ea typeface="微软雅黑" panose="020B0503020204020204" pitchFamily="34" charset="-122"/>
                <a:cs typeface="+mn-ea"/>
                <a:sym typeface="+mn-lt"/>
              </a:rPr>
              <a:t>2025/3/20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benzene_268754"/>
          <p:cNvSpPr/>
          <p:nvPr/>
        </p:nvSpPr>
        <p:spPr>
          <a:xfrm>
            <a:off x="8890020" y="5232400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32A-0DB7-1833-0422-1EA16AC9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BDA31D83-1764-526D-27B6-E4E5B132A776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2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E6D18FCA-E8B1-3E89-B3E6-A65C22386776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23380AB3-5C15-21C8-E420-2D0C02547797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行文思路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6AD963-4278-37A0-F1D7-C8A0C7E16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64" y="19682"/>
            <a:ext cx="4187628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EC1EFF-3624-C69C-684A-E76F2D01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78" y="0"/>
            <a:ext cx="5296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4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5A98-69DA-B925-624A-6032FD55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C9F1D65F-37B0-ED69-347C-C7FE8DD3A580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3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1D2F06C8-AC92-80D2-DE00-A42442419082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2E33CCA0-9FEE-4734-1C5F-1A038B453CDA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进展：模型对比和消融实验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999BA2-3F38-2B77-EE8B-796073308B3B}"/>
              </a:ext>
            </a:extLst>
          </p:cNvPr>
          <p:cNvSpPr txBox="1"/>
          <p:nvPr/>
        </p:nvSpPr>
        <p:spPr>
          <a:xfrm>
            <a:off x="759125" y="1371600"/>
            <a:ext cx="442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、机器学习基线 </a:t>
            </a:r>
            <a:r>
              <a:rPr lang="en-US" altLang="zh-CN" dirty="0"/>
              <a:t>+ </a:t>
            </a:r>
            <a:r>
              <a:rPr lang="zh-CN" altLang="en-US" dirty="0"/>
              <a:t>特征消融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81B917-58AB-B9F9-6381-700B6BD5735C}"/>
              </a:ext>
            </a:extLst>
          </p:cNvPr>
          <p:cNvSpPr txBox="1"/>
          <p:nvPr/>
        </p:nvSpPr>
        <p:spPr>
          <a:xfrm>
            <a:off x="4576314" y="1205721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RF-Full               ← 化学特征 + 基因特征</a:t>
            </a:r>
          </a:p>
          <a:p>
            <a:r>
              <a:rPr lang="zh-CN" altLang="en-US" dirty="0"/>
              <a:t>RF-GeneOnly     ← 只用基因 k-mer / GC 含量</a:t>
            </a:r>
          </a:p>
          <a:p>
            <a:r>
              <a:rPr lang="zh-CN" altLang="en-US" dirty="0"/>
              <a:t>RF-ChemOnly    ← 只用 Morgan 指纹 + PhysChem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1FFC4C-216D-5054-5727-A55E9549F779}"/>
              </a:ext>
            </a:extLst>
          </p:cNvPr>
          <p:cNvSpPr txBox="1"/>
          <p:nvPr/>
        </p:nvSpPr>
        <p:spPr>
          <a:xfrm>
            <a:off x="759125" y="245982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/>
              <a:t>深度学习融合架构对比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32F5C8-48DF-8A3D-C70A-95846F9CACF9}"/>
              </a:ext>
            </a:extLst>
          </p:cNvPr>
          <p:cNvSpPr txBox="1"/>
          <p:nvPr/>
        </p:nvSpPr>
        <p:spPr>
          <a:xfrm>
            <a:off x="1229265" y="283937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比较</a:t>
            </a:r>
            <a:r>
              <a:rPr lang="en-US" altLang="zh-CN" dirty="0"/>
              <a:t>N</a:t>
            </a:r>
            <a:r>
              <a:rPr lang="zh-CN" altLang="en-US" dirty="0"/>
              <a:t>种模型的上限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E59A7A-9B2C-5C16-7ACC-12DE3F5541C7}"/>
              </a:ext>
            </a:extLst>
          </p:cNvPr>
          <p:cNvSpPr txBox="1"/>
          <p:nvPr/>
        </p:nvSpPr>
        <p:spPr>
          <a:xfrm>
            <a:off x="4576314" y="2425095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FT-Transformer  </a:t>
            </a:r>
            <a:endParaRPr lang="en-US" altLang="zh-CN" dirty="0"/>
          </a:p>
          <a:p>
            <a:r>
              <a:rPr lang="zh-CN" altLang="en-US" dirty="0"/>
              <a:t>SAINT  </a:t>
            </a:r>
            <a:endParaRPr lang="en-US" altLang="zh-CN" dirty="0"/>
          </a:p>
          <a:p>
            <a:r>
              <a:rPr lang="en-US" altLang="zh-CN" dirty="0" err="1"/>
              <a:t>TabNet</a:t>
            </a:r>
            <a:endParaRPr lang="en-US" altLang="zh-CN" dirty="0"/>
          </a:p>
          <a:p>
            <a:r>
              <a:rPr lang="zh-CN" altLang="en-US" dirty="0"/>
              <a:t>BiasAware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702344-6E88-E72A-18E5-2464C099E796}"/>
              </a:ext>
            </a:extLst>
          </p:cNvPr>
          <p:cNvSpPr txBox="1"/>
          <p:nvPr/>
        </p:nvSpPr>
        <p:spPr>
          <a:xfrm>
            <a:off x="739715" y="430714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 Bias </a:t>
            </a:r>
            <a:r>
              <a:rPr lang="zh-CN" altLang="en-US" dirty="0"/>
              <a:t>消融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C2E8F6-051C-C412-9EB9-2FE880CF1D6C}"/>
              </a:ext>
            </a:extLst>
          </p:cNvPr>
          <p:cNvSpPr txBox="1"/>
          <p:nvPr/>
        </p:nvSpPr>
        <p:spPr>
          <a:xfrm>
            <a:off x="4576314" y="4144034"/>
            <a:ext cx="9426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SimpleConcat（无偏差：基因</a:t>
            </a:r>
            <a:r>
              <a:rPr lang="en-US" altLang="zh-CN" dirty="0"/>
              <a:t>+</a:t>
            </a:r>
            <a:r>
              <a:rPr lang="zh-CN" altLang="en-US" dirty="0"/>
              <a:t>化学品）</a:t>
            </a:r>
          </a:p>
          <a:p>
            <a:r>
              <a:rPr lang="zh-CN" altLang="en-US" dirty="0"/>
              <a:t>BiasAware_vanilla（有偏差分支，但加权求和）</a:t>
            </a:r>
          </a:p>
          <a:p>
            <a:r>
              <a:rPr lang="zh-CN" altLang="en-US" dirty="0"/>
              <a:t>BiasAware + ModalDrop（训练时随机屏蔽单模态，避免单一模态为主）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6209D1-9805-ABCC-E510-42AF0FBFD8FF}"/>
              </a:ext>
            </a:extLst>
          </p:cNvPr>
          <p:cNvSpPr txBox="1"/>
          <p:nvPr/>
        </p:nvSpPr>
        <p:spPr>
          <a:xfrm>
            <a:off x="759125" y="611349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、对比学习消融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6AE9E6-DF2F-90F7-837E-6BFFA90B2EA5}"/>
              </a:ext>
            </a:extLst>
          </p:cNvPr>
          <p:cNvSpPr txBox="1"/>
          <p:nvPr/>
        </p:nvSpPr>
        <p:spPr>
          <a:xfrm>
            <a:off x="4576314" y="5883703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BiasAware_NoCL  ← 纯分类损失</a:t>
            </a:r>
          </a:p>
          <a:p>
            <a:r>
              <a:rPr lang="zh-CN" altLang="en-US" dirty="0"/>
              <a:t>BiasAware_CL    ← 分类 + 方向感知对比学习</a:t>
            </a:r>
          </a:p>
        </p:txBody>
      </p:sp>
    </p:spTree>
    <p:extLst>
      <p:ext uri="{BB962C8B-B14F-4D97-AF65-F5344CB8AC3E}">
        <p14:creationId xmlns:p14="http://schemas.microsoft.com/office/powerpoint/2010/main" val="266419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1D66-31C7-0D74-B2AE-4E3D618C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35EA1B61-3C38-13EE-6F36-5784FB355B46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4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38D1A4F1-0E99-7A81-BDAC-016DF8BB7508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5B86E345-AA68-A655-42DC-A47E0F18D197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5C4411-405B-6DB5-473A-7CE293705922}"/>
              </a:ext>
            </a:extLst>
          </p:cNvPr>
          <p:cNvSpPr txBox="1"/>
          <p:nvPr/>
        </p:nvSpPr>
        <p:spPr>
          <a:xfrm>
            <a:off x="1450312" y="1310185"/>
            <a:ext cx="46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细胞系：</a:t>
            </a:r>
            <a:r>
              <a:rPr lang="en-US" altLang="zh-CN" dirty="0"/>
              <a:t>MCF7</a:t>
            </a:r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F8AA5FB-7446-1D17-5420-ED85E142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800" y="1990814"/>
            <a:ext cx="7085714" cy="3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1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3544-3710-9CD0-02BA-EBF898C3C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7A2825CC-450D-F50A-05BE-5A74C66212DF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5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72997939-615A-550C-2E16-85358649D1E9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65E4762B-ED84-AA1B-9050-E161F86294D0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训练结果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3CF73D3-3C41-E044-7874-B26995052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33309"/>
              </p:ext>
            </p:extLst>
          </p:nvPr>
        </p:nvGraphicFramePr>
        <p:xfrm>
          <a:off x="2228235" y="2473703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152439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4928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4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RandomForest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0.9638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26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SAINT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0.9779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5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BiasAware_vanilla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0.9541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2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0.9792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33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BiasAware+ModalDrop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0.9552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962693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16C25DDA-DAE7-EC7F-AB56-EE37CC8A6E87}"/>
              </a:ext>
            </a:extLst>
          </p:cNvPr>
          <p:cNvSpPr txBox="1"/>
          <p:nvPr/>
        </p:nvSpPr>
        <p:spPr>
          <a:xfrm>
            <a:off x="1450312" y="1310185"/>
            <a:ext cx="46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细胞系：</a:t>
            </a:r>
            <a:r>
              <a:rPr lang="en-US" altLang="zh-CN" dirty="0"/>
              <a:t>HUVEC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685784-7E99-EB50-4144-19406A1C8031}"/>
              </a:ext>
            </a:extLst>
          </p:cNvPr>
          <p:cNvSpPr txBox="1"/>
          <p:nvPr/>
        </p:nvSpPr>
        <p:spPr>
          <a:xfrm>
            <a:off x="1450312" y="5231705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指标稍高，但很有限，甚至比机器学习接近、不具备很强的说服力</a:t>
            </a:r>
            <a:endParaRPr lang="en-US" altLang="zh-CN" dirty="0"/>
          </a:p>
          <a:p>
            <a:r>
              <a:rPr lang="zh-CN" altLang="en-US" dirty="0"/>
              <a:t>说明模型学到的东西很鸡肋，分析发现，在对数据采样的时候不平衡。</a:t>
            </a:r>
            <a:endParaRPr lang="en-US" altLang="zh-CN" dirty="0"/>
          </a:p>
          <a:p>
            <a:r>
              <a:rPr lang="zh-CN" altLang="en-US" dirty="0"/>
              <a:t>解决办法：使用全部数据训练（数据太大训练不动），均衡采样</a:t>
            </a:r>
          </a:p>
        </p:txBody>
      </p:sp>
    </p:spTree>
    <p:extLst>
      <p:ext uri="{BB962C8B-B14F-4D97-AF65-F5344CB8AC3E}">
        <p14:creationId xmlns:p14="http://schemas.microsoft.com/office/powerpoint/2010/main" val="17686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20C9-D8C0-5FEE-F2C0-727B159A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AC3BBB80-024E-2070-0E41-4D91DFDF631E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6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B852E48E-57E7-6F32-1C8B-06129B6C1FB1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D90DCCE3-B2D6-D40D-3B84-8B6B184F9628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进展：模型对比和消融实验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AC0235-F84A-73B3-3D6C-85750E0E4068}"/>
              </a:ext>
            </a:extLst>
          </p:cNvPr>
          <p:cNvSpPr txBox="1"/>
          <p:nvPr/>
        </p:nvSpPr>
        <p:spPr>
          <a:xfrm>
            <a:off x="759125" y="1371600"/>
            <a:ext cx="442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、机器学习基线 </a:t>
            </a:r>
            <a:r>
              <a:rPr lang="en-US" altLang="zh-CN" dirty="0"/>
              <a:t>+ </a:t>
            </a:r>
            <a:r>
              <a:rPr lang="zh-CN" altLang="en-US" dirty="0"/>
              <a:t>特征消融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4051D5-4672-BE2C-C63F-4B61558C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69" y="1024238"/>
            <a:ext cx="8057143" cy="4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2481C-F125-18BF-0B80-77F6C46A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5EDF8659-A494-FD70-E7D6-4D3ABF07FCE9}"/>
              </a:ext>
            </a:extLst>
          </p:cNvPr>
          <p:cNvSpPr txBox="1"/>
          <p:nvPr/>
        </p:nvSpPr>
        <p:spPr>
          <a:xfrm>
            <a:off x="10109531" y="6298158"/>
            <a:ext cx="1634761" cy="463752"/>
          </a:xfrm>
          <a:prstGeom prst="rect">
            <a:avLst/>
          </a:prstGeom>
        </p:spPr>
        <p:txBody>
          <a:bodyPr lIns="116129" tIns="58064" rIns="116129" bIns="58064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93725" lvl="1" indent="-136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87450" lvl="2" indent="-273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83080" lvl="3" indent="-411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376805" lvl="4" indent="-548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A0DB2DC-4C9A-4742-B13C-FB6460FD3503}" type="slidenum">
              <a:rPr lang="zh-CN" altLang="en-US" sz="1565" smtClean="0">
                <a:latin typeface="Times" pitchFamily="18" charset="0"/>
                <a:cs typeface="Times" pitchFamily="18" charset="0"/>
              </a:rPr>
              <a:t>7</a:t>
            </a:fld>
            <a:endParaRPr lang="zh-CN" altLang="en-US" sz="1565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4715BC7F-54A4-FA62-2613-00B72A6C4A03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CD457695-F241-94B9-C80A-86AD8EAFE443}"/>
              </a:ext>
            </a:extLst>
          </p:cNvPr>
          <p:cNvSpPr txBox="1"/>
          <p:nvPr/>
        </p:nvSpPr>
        <p:spPr>
          <a:xfrm>
            <a:off x="139659" y="19682"/>
            <a:ext cx="11607735" cy="798769"/>
          </a:xfrm>
          <a:prstGeom prst="rect">
            <a:avLst/>
          </a:prstGeom>
          <a:noFill/>
          <a:ln w="9525">
            <a:noFill/>
          </a:ln>
        </p:spPr>
        <p:txBody>
          <a:bodyPr lIns="116116" tIns="58058" rIns="116116" bIns="58058" anchor="ctr" anchorCtr="0"/>
          <a:lstStyle/>
          <a:p>
            <a:pPr algn="ctr"/>
            <a:r>
              <a:rPr lang="zh-CN" altLang="en-US" sz="313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进展：模型对比和消融实验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B90F74-3FFD-0811-974D-97B174491248}"/>
              </a:ext>
            </a:extLst>
          </p:cNvPr>
          <p:cNvSpPr txBox="1"/>
          <p:nvPr/>
        </p:nvSpPr>
        <p:spPr>
          <a:xfrm>
            <a:off x="759125" y="1371600"/>
            <a:ext cx="442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接下来的任务：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9FE582-D63F-AB85-D487-A45E552ABA31}"/>
              </a:ext>
            </a:extLst>
          </p:cNvPr>
          <p:cNvSpPr txBox="1"/>
          <p:nvPr/>
        </p:nvSpPr>
        <p:spPr>
          <a:xfrm>
            <a:off x="1476233" y="3241655"/>
            <a:ext cx="92395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、在批量细胞系上做训练，验证对比。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、重构代码，在新数据上再做一轮优化。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要求：比机器学习高</a:t>
            </a:r>
            <a:r>
              <a:rPr lang="en-US" altLang="zh-CN" dirty="0"/>
              <a:t>5</a:t>
            </a:r>
            <a:r>
              <a:rPr lang="zh-CN" altLang="en-US" dirty="0"/>
              <a:t>个点以上，比一般深度学习高</a:t>
            </a:r>
            <a:r>
              <a:rPr lang="en-US" altLang="zh-CN" dirty="0"/>
              <a:t>2</a:t>
            </a:r>
            <a:r>
              <a:rPr lang="zh-CN" altLang="en-US" dirty="0"/>
              <a:t>个点。</a:t>
            </a:r>
          </a:p>
        </p:txBody>
      </p:sp>
    </p:spTree>
    <p:extLst>
      <p:ext uri="{BB962C8B-B14F-4D97-AF65-F5344CB8AC3E}">
        <p14:creationId xmlns:p14="http://schemas.microsoft.com/office/powerpoint/2010/main" val="371513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67413" y="2397616"/>
            <a:ext cx="9057174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ea"/>
                <a:sym typeface="+mn-lt"/>
              </a:rPr>
              <a:t>请各位老师批评指正</a:t>
            </a: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benzene_268754"/>
          <p:cNvSpPr/>
          <p:nvPr/>
        </p:nvSpPr>
        <p:spPr>
          <a:xfrm>
            <a:off x="8890020" y="5232400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383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383;"/>
</p:tagLst>
</file>

<file path=ppt/theme/theme1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mkwqqiom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13557</TotalTime>
  <Words>442</Words>
  <Application>Microsoft Office PowerPoint</Application>
  <PresentationFormat>宽屏</PresentationFormat>
  <Paragraphs>65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华文细黑</vt:lpstr>
      <vt:lpstr>微软雅黑</vt:lpstr>
      <vt:lpstr>Arial</vt:lpstr>
      <vt:lpstr>Calibri</vt:lpstr>
      <vt:lpstr>Times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a41867</dc:creator>
  <cp:lastModifiedBy>jiangyun</cp:lastModifiedBy>
  <cp:revision>312</cp:revision>
  <dcterms:created xsi:type="dcterms:W3CDTF">2025-03-04T00:07:00Z</dcterms:created>
  <dcterms:modified xsi:type="dcterms:W3CDTF">2026-04-02T13:23:31Z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2F9F217820E94E98BFBFAE4662B42F24_13</vt:lpwstr>
  </property>
  <property fmtid="{D5CDD505-2E9C-101B-9397-08002B2CF9AE}" pid="3" name="KSOProductBuildVer">
    <vt:lpwstr>2052-12.1.0.24034</vt:lpwstr>
  </property>
</Properties>
</file>